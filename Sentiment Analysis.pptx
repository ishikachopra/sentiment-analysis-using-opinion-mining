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76"/>
  </p:normalViewPr>
  <p:slideViewPr>
    <p:cSldViewPr snapToGrid="0">
      <p:cViewPr varScale="1">
        <p:scale>
          <a:sx n="152" d="100"/>
          <a:sy n="152" d="100"/>
        </p:scale>
        <p:origin x="153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Sentiment Analysis for Opinion Mining</a:t>
            </a:r>
            <a:endParaRPr lang="en-US" sz="20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Ishika Chopra, Samridhi, Parul Singla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2210991689, 2210992242, 2210992032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Preeti Saini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02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Evolution: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has evolved from basic keyword matching to deep learning models that understand the shades of human emotion.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Polarity-based (positive/negative) systems fail in three ways: Contextual Blindness (sarcasm misread), Computational Inefficiency on long texts, and Cascading Inaccuracy when urgency signals are missed.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Requirements: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Industries like finance, healthcare, and e-commerce need granular emotion detection — fraud alerts, frustration-based ticket prioritization, and distress detection — far beyond binary labels.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Emotion Layer: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modern engineering, fine-grained emotion detection is no longer an afterthought but the foundation of intelligent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03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Goal: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Deep Learning Transformers (BERT) can reliably replace traditional methods in opinion mining, supported by quantitative data.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Emotion Detection: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beyond binary polarity to fine-grained classification across 27 distinct emotion categories using the GoEmotions dataset.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Measurement: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and compare accuracy, inference latency, and horizontal scaling across BERT, SVM, and VADER in identical experimental environments.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Framework: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data-driven guidance for selecting model architectures based on workload type — accuracy-critical vs. latency-sensitive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04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Staging Drift (Contextual Blindness):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systems misinterpret sarcasm — labeling "Oh great, another delay" as positive because of the word "great", creating a fundamental gap in data interpretation.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Bottlenecks (Computational Inefficiency):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Older models struggle on long texts, slowing the entire pipeline exactly when speed is most critical.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Cascading Inaccuracy: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an "Urgency" signal in a customer review buries the ticket — the error propagates downstream, leaving customers unheard.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prior studies test models in isolation. No study compared BERT, SVM, and VADER side-by-side in identical conditions at production scale with all three methods.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05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 as Core Processor: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text bi-directionally using 12 stacked self-attention layers, trained on 3.3 billion words across 110 million parameters — capturing context, not just keywords.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Fine-Grained Classification: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Fine-tuned on GoEmotions (58,000 Reddit comments, 27 emotion categories) to output probability distributions over emotions, not binary labels.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Baseline Comparison: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TF-IDF + SVM model and VADER lexical system were built in parallel on identical hardware to quantify BERT's exact improvement.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Integration: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full pipeline — text input, preprocessing, model inference, emotion output — was evaluated for accuracy (F1), latency (ms), and horizontal scalability (nodes).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06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2.1 + HuggingFace Transformers 4.35 — BERT fine-tuning and inference on NVIDIA Tesla T4 GPU (16GB VRAM).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Baseline: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1.3 — TF-IDF vectorizer paired with SVM classifier for fair comparison.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Storage: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17 (Spring Boot 3.1) for REST API integration; PostgreSQL 15 for emotion output storage and verification.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Ubuntu 22.04 virtual machines, 4 vCPUs, 8 GB RAM each, connected via 1 Gbps private network. Google Colab (T4) for model training.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Prometheus + Grafana for real-time throughput and latency tracking across all node configurations.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07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 — Data Preparation: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GoEmotions dataset split 70/15/15. Preprocessing pipeline: lowercasing (+2.1% accuracy), emoji-to-token mapping (+4.5%), contraction expansion (+1.8%), noise removal (+0.5%), WordPiece tokenization (+3.2%).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 — Model Training: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 fine-tuned with AdamW optimizer (lr=3x10^-5, batch=32, 5 epochs, max 128 tokens, dropout=0.1). SVM with TF-IDF trained on identical hardware for fair comparison.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 — Evaluation: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Metrics: Weighted F1-Score, Inference Latency (ms), and Scalability Factor S(n) = Throughput(n nodes) / Throughput(1 node). Tested on 1, 3, and 5 node configurations.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Key Findings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0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— BERT: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F1-Score: 0.88, Accuracy: 92%, Sarcasm F1: 0.81 — substantially outperforms baselines on all metrics.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— SVM: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F1-Score: 0.76, Accuracy: 78%, Sarcasm F1: 0.54 — solid traditional ML baseline.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— VADER (Lexical):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Weighted F1-Score: 0.71, Accuracy: 71%, Sarcasm F1: 0.31 — fast but lowest accuracy.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VADER: 3ms | SVM: 12ms | BERT: 18ms — BERT takes longer due to multi-layer parallel processing but delivers far higher accuracy.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 scaled from 250 samples/sec (1 node) to 1,215 samples/sec (5 nodes), Scaling Factor: 4.86 — near-ideal linear. 270x higher throughput vs REST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&amp; Benefits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09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 achieved 92% accuracy and F1=0.88 across 27 emotion classes. The 17-point sarcasm F1 gap over VADER cannot be fixed by tuning — it reflects a fundamental difference in representation.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Production-Grade Throughput: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18ms inference latency with 270x higher throughput than a synchronous REST baseline, suitable for large-scale opinion mining workloads.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Near-Linear Scalability: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Scaling factor of 4.86 across 5 nodes — each node processes batches independently, eliminating inter-node synchronization overhead.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Engineering Guidance: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VADER for sub-5ms latency applications; BERT for accuracy-critical opinion mining, healthcare monitoring, and enterprise-grade feedback analysis.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10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Finding: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(BERT) emotion detection substantially outperforms traditional polarity analysis in both accuracy and scalability.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Quantified Results: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BERT: F1=0.88, 92% accuracy, scaling factor 4.86 across 5 nodes, 270x throughput vs REST baseline at 18ms latency.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Takeaway: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large-scale opinion mining requiring emotion granularity beyond positive/negative, BERT provides a solid foundation. For sub-5ms needs on clear text, VADER remains viable.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Contribution: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study to compare BERT, SVM, and VADER side-by-side in identical production-scale environments, bridging the gap in prior literature.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000000000011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Smarter Hybrid Routing: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ML router watching input complexity and confidence scores in real-time to direct simple texts to VADER and complex/ambiguous texts to BERT — reducing compute cost while maintaining accuracy.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the model to handle Hinglish (Hindi-English code-switching), a significantly underserved area in affective computing research not covered by GoEmotions.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 Integration: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as a live REST API (Spring Boot/FastAPI) connected to Twitter or Reddit streams to validate throughput and latency under production-realistic, bursty traffic conditions.</a:t>
            </a:r>
          </a:p>
          <a:p>
            <a:pPr marL="457200" lvl="0" indent="-317500">
              <a:lnSpc>
                <a:spcPct val="120000"/>
              </a:lnSpc>
              <a:spcBef>
                <a:spcPts val="300"/>
              </a:spcBef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Enhancements: </a:t>
            </a:r>
            <a:r>
              <a:rPr lang="en-US" sz="20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stronger data privacy and model security measures for healthcare and enterprise-grade deployments handling sensitive user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34814</TotalTime>
  <Words>1249</Words>
  <Application>Microsoft Macintosh PowerPoint</Application>
  <PresentationFormat>On-screen Show (4:3)</PresentationFormat>
  <Paragraphs>79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Ishika Chopra</cp:lastModifiedBy>
  <cp:revision>2301</cp:revision>
  <dcterms:created xsi:type="dcterms:W3CDTF">2010-04-09T07:36:15Z</dcterms:created>
  <dcterms:modified xsi:type="dcterms:W3CDTF">2026-05-01T07:21:26Z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